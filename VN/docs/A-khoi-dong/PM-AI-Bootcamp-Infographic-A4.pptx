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783080"/>
          </a:xfrm>
          <a:prstGeom prst="rect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92608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FSOFT AIX  ·  AI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AI Bootcamp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AI PM Transformation  ·  v1.0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Project Manager thành thế hệ AI-Native PM — biết LÁI AI, không chỉ “biết dùng ChatGPT”.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6647688" cy="749808"/>
          </a:xfrm>
          <a:prstGeom prst="roundRect">
            <a:avLst>
              <a:gd name="adj" fmla="val 9756"/>
            </a:avLst>
          </a:prstGeom>
          <a:solidFill>
            <a:srgbClr val="FBECD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965960"/>
            <a:ext cx="6099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“PM biết dùng ChatGPT”.  </a:t>
            </a:r>
            <a:pPr indent="0" marL="0">
              <a:buNone/>
            </a:pPr>
            <a:r>
              <a:rPr lang="en-US" sz="12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điều hành dự án AI-first: tự tay lái AI build &amp; vận hành hệ thống thật, có governance — và KHÔNG rubber-stamp.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206349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3017520"/>
            <a:ext cx="146304" cy="146304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2944368"/>
            <a:ext cx="1514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273552"/>
            <a:ext cx="1661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quyết định &amp; chịu trách nhiệm outcome.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9296" y="2816352"/>
            <a:ext cx="206349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50464" y="3017520"/>
            <a:ext cx="146304" cy="146304"/>
          </a:xfrm>
          <a:prstGeom prst="ellipse">
            <a:avLst/>
          </a:prstGeom>
          <a:solidFill>
            <a:srgbClr val="3A76C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88208" y="2944368"/>
            <a:ext cx="1514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50464" y="3273552"/>
            <a:ext cx="1661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làm trước, người review &amp; chốt — lặp lại.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41392" y="2816352"/>
            <a:ext cx="206349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242560" y="3017520"/>
            <a:ext cx="146304" cy="146304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0304" y="2944368"/>
            <a:ext cx="1514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Outcome-first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42560" y="3273552"/>
            <a:ext cx="1661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delivery · quality · margin làm trung tâm.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85876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 ·  KICK-OFF + TỰ LÀM + CLINIC  ·  5 TUẦN (BLENDED)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24528"/>
            <a:ext cx="6647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422452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6928" y="422452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1 ngày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433425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Mindset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57400" y="4626864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Human-led · AI-first · CASAN 5 cấp · thang ủy quyền L0–L5 &amp; Leash A/A+.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6647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507492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3A76C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5074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4 tuần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57400" y="518464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57400" y="5477256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bài tập + capstone + 10 assignment ngay trên dự án thật; clinic 2h/tuần mỗi tuần.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925312"/>
            <a:ext cx="6647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57200" y="5925312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6928" y="592531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4 tuần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57400" y="603504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— Build your Customer Zero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057400" y="6327648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tay lái AI build 1 lát cắt hệ thống CHẠY ĐƯỢC + Dev Book + viva bảo vệ.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85800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NĂNG LỰC CỐT LÕI BẠN THÀNH THẠO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7223760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40080" y="7351776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" y="7351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78992" y="7296912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Delegation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78992" y="753465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Ủy quyền L0–L5 &amp; dây cương A / A+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95344" y="7223760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078224" y="7351776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078224" y="7351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17136" y="7296912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Governance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17136" y="753465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· chống rubber-stamping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7900416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40080" y="8028432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0080" y="8028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78992" y="7973568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Telemetry &amp; ROI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078992" y="8211312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GIỜ THẬT · nén · hiệu quả token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95344" y="7900416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078224" y="8028432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078224" y="8028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517136" y="7973568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hiệu quả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517136" y="8211312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AI ra kết quả dùng được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8577072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640080" y="8705088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" y="8705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078992" y="865022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Agent Orchestrator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78992" y="8887968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AI như nhạc trưởng, làm trọn bước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895344" y="8577072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078224" y="8705088"/>
            <a:ext cx="310896" cy="31089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078224" y="8705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517136" y="865022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Economics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4517136" y="8887968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ROI · chi phí · giá trị AI mang lại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9326880"/>
            <a:ext cx="6647688" cy="822960"/>
          </a:xfrm>
          <a:prstGeom prst="roundRect">
            <a:avLst>
              <a:gd name="adj" fmla="val 8889"/>
            </a:avLst>
          </a:prstGeom>
          <a:solidFill>
            <a:srgbClr val="12294D"/>
          </a:solidFill>
          <a:ln/>
          <a:effectLst>
            <a:outerShdw sx="100000" sy="100000" kx="0" ky="0" algn="bl" rotWithShape="0" blurRad="63500" dist="25400" dir="5400000">
              <a:srgbClr val="9AA7B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31520" y="9436608"/>
            <a:ext cx="6099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NGHIỆP — BẠN CÓ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31520" y="9710928"/>
            <a:ext cx="1941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chỉ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PM (Certified / Distinction)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764536" y="9710928"/>
            <a:ext cx="1941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hệ thống Customer Zero CHẠY ĐƯỢC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797552" y="9710928"/>
            <a:ext cx="1941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độ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CASAN Cấp 2 — Augmented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57200" y="1033272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tượng: </a:t>
            </a:r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  ·   </a:t>
            </a:r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online (cần laptop cá nhân)   ·   Thời lượng ~2.5–3 tháng   ·   Công cụ: AI Coding Agent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2026-07-08T05:20:50Z</dcterms:created>
  <dcterms:modified xsi:type="dcterms:W3CDTF">2026-07-08T05:20:50Z</dcterms:modified>
</cp:coreProperties>
</file>